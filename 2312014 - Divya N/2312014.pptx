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1" roundtripDataSignature="AMtx7miHXjOqFWuPUfwQsrBQFDl+WYqN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4EEA9A2-4FB2-4A3E-B2A3-49F56F3DE9F4}">
  <a:tblStyle styleId="{14EEA9A2-4FB2-4A3E-B2A3-49F56F3DE9F4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customschemas.google.com/relationships/presentationmetadata" Target="metadata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1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1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Google Shape;54;p1"/>
          <p:cNvGraphicFramePr/>
          <p:nvPr/>
        </p:nvGraphicFramePr>
        <p:xfrm>
          <a:off x="91150" y="11184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{14EEA9A2-4FB2-4A3E-B2A3-49F56F3DE9F4}</a:tableStyleId>
              </a:tblPr>
              <a:tblGrid>
                <a:gridCol w="3393375"/>
                <a:gridCol w="5568325"/>
              </a:tblGrid>
              <a:tr h="501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Career Objectives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Motivated Full Stack Developer seeking to leverage expertise in front-end and back-end technologies to create impactful web applications. 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9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Specialization Chosen</a:t>
                      </a:r>
                      <a:endParaRPr sz="1100" u="none" cap="none" strike="noStrike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Full Stack Development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NPTEL – Completed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Technical</a:t>
                      </a: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English, The joy of computing using python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91450" marL="91450"/>
                </a:tc>
              </a:tr>
              <a:tr h="279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NPTEL  – Planned</a:t>
                      </a:r>
                      <a:endParaRPr sz="1100" u="none" cap="none" strike="noStrike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Cloud computing(on going), Introduction to Industry 4.0 and Industrial Internet of Things(on going)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91450" marL="91450"/>
                </a:tc>
              </a:tr>
              <a:tr h="279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Internship – Completed</a:t>
                      </a:r>
                      <a:endParaRPr sz="1100" u="none" cap="none" strike="noStrike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Nil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91450" marL="91450"/>
                </a:tc>
              </a:tr>
              <a:tr h="216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Internship – Planned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Turning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91450" marL="91450"/>
                </a:tc>
              </a:tr>
              <a:tr h="279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Participation – Online Course</a:t>
                      </a:r>
                      <a:endParaRPr sz="1100" u="none" cap="none" strike="noStrike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Great learning(UI/UX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beginners</a:t>
                      </a: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 , NPTEL , F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lipkart GRid 6.0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91450" marL="91450"/>
                </a:tc>
              </a:tr>
              <a:tr h="279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Participation – Workshop</a:t>
                      </a:r>
                      <a:endParaRPr sz="1100" u="none" cap="none" strike="noStrike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Nil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91450" marL="91450"/>
                </a:tc>
              </a:tr>
              <a:tr h="279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Intra college participation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Paper 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presentation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 (Neuralink)at BIT, paper presentation (Automatic Bus 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scheduling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 and route management)at Sri Ramakrishna Engineering College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91450" marL="91450"/>
                </a:tc>
              </a:tr>
              <a:tr h="279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Participation – Contest/Expo</a:t>
                      </a:r>
                      <a:endParaRPr sz="1100" u="none" cap="none" strike="noStrike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Tata imagination Challenge,Flipkart Grid 6.0,Rebel Foods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91450" marL="91450"/>
                </a:tc>
              </a:tr>
              <a:tr h="488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Achievement – Awards/Reward Certification/Contest won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 presentation at Bannari Amman Institute of Technology(Runner)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91450" marL="91450"/>
                </a:tc>
              </a:tr>
            </a:tbl>
          </a:graphicData>
        </a:graphic>
      </p:graphicFrame>
      <p:sp>
        <p:nvSpPr>
          <p:cNvPr id="55" name="Google Shape;55;p1"/>
          <p:cNvSpPr txBox="1"/>
          <p:nvPr/>
        </p:nvSpPr>
        <p:spPr>
          <a:xfrm>
            <a:off x="1993725" y="208350"/>
            <a:ext cx="4557600" cy="7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Divya N - 2312014</a:t>
            </a:r>
            <a:endParaRPr b="1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6" name="Google Shape;5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48775" y="71588"/>
            <a:ext cx="937575" cy="98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 txBox="1"/>
          <p:nvPr/>
        </p:nvSpPr>
        <p:spPr>
          <a:xfrm>
            <a:off x="507850" y="924525"/>
            <a:ext cx="4064100" cy="39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Medal count:</a:t>
            </a:r>
            <a:r>
              <a:rPr b="0" i="0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64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Rank:</a:t>
            </a:r>
            <a:r>
              <a:rPr b="0" i="0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2674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of programs solved:</a:t>
            </a:r>
            <a:r>
              <a:rPr b="0" i="0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63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Daily challenges: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Daily Tests: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test:</a:t>
            </a:r>
            <a:r>
              <a:rPr b="0" i="0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tracks:</a:t>
            </a:r>
            <a:r>
              <a:rPr b="0" i="0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628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tutorial:</a:t>
            </a:r>
            <a:r>
              <a:rPr b="0" i="0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163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Aptitude:</a:t>
            </a:r>
            <a:r>
              <a:rPr b="0" i="0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1078</a:t>
            </a:r>
            <a:endParaRPr b="0" i="0" sz="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390650" y="325550"/>
            <a:ext cx="37110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11"/>
              <a:buFont typeface="Times New Roman"/>
              <a:buNone/>
            </a:pPr>
            <a:r>
              <a:rPr b="0" i="0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Skillrack details 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"/>
          <p:cNvSpPr txBox="1"/>
          <p:nvPr/>
        </p:nvSpPr>
        <p:spPr>
          <a:xfrm>
            <a:off x="4466375" y="1158925"/>
            <a:ext cx="4284000" cy="36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Languages wise count</a:t>
            </a:r>
            <a:endParaRPr b="1"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-</a:t>
            </a:r>
            <a:r>
              <a:rPr b="0" i="0" lang="en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31</a:t>
            </a:r>
            <a:endParaRPr b="0"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-</a:t>
            </a: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98</a:t>
            </a:r>
            <a:endParaRPr b="0"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C++ - 103</a:t>
            </a:r>
            <a:endParaRPr b="0"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SQL- 31</a:t>
            </a:r>
            <a:endParaRPr b="0"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" name="Google Shape;68;p3"/>
          <p:cNvGraphicFramePr/>
          <p:nvPr/>
        </p:nvGraphicFramePr>
        <p:xfrm>
          <a:off x="0" y="19823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{14EEA9A2-4FB2-4A3E-B2A3-49F56F3DE9F4}</a:tableStyleId>
              </a:tblPr>
              <a:tblGrid>
                <a:gridCol w="3886200"/>
                <a:gridCol w="5257800"/>
              </a:tblGrid>
              <a:tr h="27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Communication Skills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Moderate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/>
                </a:tc>
              </a:tr>
              <a:tr h="27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Competency required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Proficiency in full stack development frameworks and team collaboration.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/>
                </a:tc>
              </a:tr>
              <a:tr h="27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Present Competency</a:t>
                      </a:r>
                      <a:endParaRPr sz="1100" u="none" cap="none" strike="noStrike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Creative Thinking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/>
                </a:tc>
              </a:tr>
              <a:tr h="27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Gap in Competency</a:t>
                      </a:r>
                      <a:endParaRPr sz="1100" u="none" cap="none" strike="noStrike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Leadership and decision making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/>
                </a:tc>
              </a:tr>
              <a:tr h="27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Plan for Filling Gap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Doing Hands-on projects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/>
                </a:tc>
              </a:tr>
            </a:tbl>
          </a:graphicData>
        </a:graphic>
      </p:graphicFrame>
      <p:sp>
        <p:nvSpPr>
          <p:cNvPr id="69" name="Google Shape;69;p3"/>
          <p:cNvSpPr txBox="1"/>
          <p:nvPr/>
        </p:nvSpPr>
        <p:spPr>
          <a:xfrm>
            <a:off x="1666775" y="429700"/>
            <a:ext cx="63414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3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Divya N - 2312014</a:t>
            </a:r>
            <a:endParaRPr b="1" i="0" sz="3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" name="Google Shape;74;p4"/>
          <p:cNvGraphicFramePr/>
          <p:nvPr/>
        </p:nvGraphicFramePr>
        <p:xfrm>
          <a:off x="169300" y="16336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{14EEA9A2-4FB2-4A3E-B2A3-49F56F3DE9F4}</a:tableStyleId>
              </a:tblPr>
              <a:tblGrid>
                <a:gridCol w="2442000"/>
                <a:gridCol w="6532700"/>
              </a:tblGrid>
              <a:tr h="2863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Electives Planned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/>
                </a:tc>
                <a:tc hMerge="1"/>
              </a:tr>
              <a:tr h="286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IV Semester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Linear Structures and Transformations</a:t>
                      </a:r>
                      <a:endParaRPr sz="1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 Semester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SQL database Advanced JAVA programming</a:t>
                      </a:r>
                      <a:endParaRPr sz="1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 Semester 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UI/UX design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Flutter and firebase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VII Semester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Node JS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Full </a:t>
                      </a: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stack</a:t>
                      </a: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application development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VIII Semester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Mobile application development</a:t>
                      </a:r>
                      <a:endParaRPr sz="1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5" name="Google Shape;75;p4"/>
          <p:cNvSpPr txBox="1"/>
          <p:nvPr/>
        </p:nvSpPr>
        <p:spPr>
          <a:xfrm>
            <a:off x="390650" y="312525"/>
            <a:ext cx="4830900" cy="8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"/>
          <p:cNvSpPr txBox="1"/>
          <p:nvPr/>
        </p:nvSpPr>
        <p:spPr>
          <a:xfrm>
            <a:off x="1953275" y="534825"/>
            <a:ext cx="66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Divya N - 2312014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